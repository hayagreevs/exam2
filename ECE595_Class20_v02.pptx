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551" r:id="rId3"/>
    <p:sldId id="552" r:id="rId4"/>
    <p:sldId id="553" r:id="rId5"/>
    <p:sldId id="554" r:id="rId6"/>
    <p:sldId id="555" r:id="rId7"/>
    <p:sldId id="556" r:id="rId8"/>
    <p:sldId id="557" r:id="rId9"/>
    <p:sldId id="495" r:id="rId10"/>
    <p:sldId id="516" r:id="rId11"/>
    <p:sldId id="550" r:id="rId12"/>
    <p:sldId id="517" r:id="rId13"/>
    <p:sldId id="508" r:id="rId14"/>
    <p:sldId id="510" r:id="rId15"/>
    <p:sldId id="548" r:id="rId16"/>
    <p:sldId id="549" r:id="rId17"/>
    <p:sldId id="511" r:id="rId18"/>
    <p:sldId id="512" r:id="rId19"/>
    <p:sldId id="513" r:id="rId20"/>
    <p:sldId id="515" r:id="rId21"/>
    <p:sldId id="518" r:id="rId22"/>
    <p:sldId id="519" r:id="rId23"/>
    <p:sldId id="559" r:id="rId24"/>
    <p:sldId id="521" r:id="rId25"/>
    <p:sldId id="522" r:id="rId26"/>
    <p:sldId id="523" r:id="rId27"/>
    <p:sldId id="524" r:id="rId28"/>
    <p:sldId id="525" r:id="rId29"/>
    <p:sldId id="526" r:id="rId30"/>
    <p:sldId id="527" r:id="rId31"/>
    <p:sldId id="558" r:id="rId32"/>
    <p:sldId id="520" r:id="rId33"/>
    <p:sldId id="528" r:id="rId34"/>
    <p:sldId id="529" r:id="rId35"/>
    <p:sldId id="560" r:id="rId36"/>
    <p:sldId id="530" r:id="rId37"/>
    <p:sldId id="531" r:id="rId38"/>
    <p:sldId id="532" r:id="rId39"/>
    <p:sldId id="533" r:id="rId40"/>
    <p:sldId id="534" r:id="rId41"/>
    <p:sldId id="535" r:id="rId42"/>
    <p:sldId id="536" r:id="rId43"/>
    <p:sldId id="537" r:id="rId44"/>
    <p:sldId id="538" r:id="rId45"/>
    <p:sldId id="539" r:id="rId46"/>
    <p:sldId id="540" r:id="rId47"/>
    <p:sldId id="541" r:id="rId48"/>
    <p:sldId id="542" r:id="rId49"/>
    <p:sldId id="543" r:id="rId50"/>
    <p:sldId id="544" r:id="rId51"/>
    <p:sldId id="545" r:id="rId52"/>
    <p:sldId id="546" r:id="rId53"/>
    <p:sldId id="547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41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7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23B16-97AA-4786-B758-29118961673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E6FF3-21ED-4F25-BDAE-3EA1F6F658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4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6FED-EB13-0478-B0F0-F4F7E9753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71A48-DF5F-F957-5D9B-ACE8FA3D5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B16AD-091F-6FCA-8421-BD9DFD16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69AC0-C516-4CB8-B72C-BA73B21BA604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5A1D4-B0F9-D2E1-9E69-97840B36E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37AC4-79FA-49B5-E283-CA33F94C6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13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1F6C1-C740-1BC2-49C1-DB53A8230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DD3B3-3B28-39C4-A100-2DD1BF3CC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0BC7F-8A8D-3F5E-50C9-FCD7787B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7849-4125-4E25-AD2E-294E3A668AA6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8847B-331B-A06A-EF7B-B777270C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20647-B459-1C8D-33E4-2E63074EE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3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F430-E678-CD86-7942-143079495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7EB15-3D04-A84F-3161-C4B1BABC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A5248-FBE2-B267-B398-7EE264E1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3139-C27B-453E-810A-1D3BD37C6A25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4B62F-402C-A7FB-E784-69DC6FAEC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F614A-278F-D454-522C-6161065D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36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C4CEE-246A-DA9B-B54C-2D394955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45DF0-71F7-5590-14F6-63FFACC8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BF916-E8A3-C612-55F1-BCEA9C1DC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958D9-7EA7-2615-F416-5EA9A64A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A67C-B452-4D5E-A3D7-7AF173F94C9B}" type="datetime1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AEFBC-A0B3-57B0-6887-25E407AA3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E4FB1-FBB7-7353-FD58-07D68406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7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D7D93-CC89-678C-CAED-462BB0EF9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A1118-C715-F806-33FC-0EAFD949E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C457A-2CCD-30DB-27AB-AD817E190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E7A09E-DC50-5E1B-3641-ADF1FB722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EDFFA-DA09-B6B7-833A-AD67578F7C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CFA56C-6E74-C195-3784-1FA37E2C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4EEB7-F968-4C78-88C6-4B4268713403}" type="datetime1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511D8-2818-6D0A-EDF6-52E04197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E03C13-607E-4408-8A32-47408624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12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26C33-4430-0BAF-6E79-B51EAB09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AE9D6-7363-26BE-8311-271A7DD2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FC55-C734-401C-8CFD-6E7EAEA43906}" type="datetime1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92D11-4E9E-1541-D65D-F05DB493F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9F7FA-DA7F-10CA-82EC-0F7EE91A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00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A0D7D-C366-8852-C50E-2FE3FA99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C3BE-885C-4803-9D1F-0C9C197C003A}" type="datetime1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727299-EC0A-7E41-424E-12670BF88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5D02C-91F8-FCC4-DBC1-EA947B41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7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5F73-4D17-17E3-DC01-597F1FAF0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BD072-639E-61F4-D060-5E0496872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3C45B-8A2A-EE63-5177-755033DB7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34E7A-09C6-8331-E5F3-6625AAFC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E100-83E3-4E04-8AFB-77C29DA91EB9}" type="datetime1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EA80C-96B4-4551-96B4-47239A9D0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2F585-8AAC-A667-8079-0B5596BF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89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B294B-D158-1503-5C68-A727A562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40339D-9A2E-F35D-0769-1C311FC744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50A3F-6034-31EB-B038-7D4CA068D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8A78F-A6ED-8219-FE23-B59DB8D7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94EDD-2FF3-40D9-AB31-46FE7DB77FF4}" type="datetime1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D4AE5-FBCE-3ABE-305B-3A4B5868E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28953-BF92-6038-71F2-1A8F4DF8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3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FCAD1-0673-E8A9-D1B7-57C7D64E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6DF96-44D2-43F7-3228-5314B4415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BAF1-3C1A-AF4C-EA44-C1F0DB17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E3B0-C32B-440E-9A84-DF9CD5314C2A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C4AB-8270-C279-FBDB-D54C08035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ABFA-F273-720A-8122-77D39D01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73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88A0D7-CAC6-F2C9-943D-2B14D7038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EED35F-6289-57A2-6BEB-283ED48DC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2ABBA-98D8-2567-0CA6-247CB81C4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035B-4358-41FC-9437-42EFB3D15209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25578-8FF0-D989-FD04-823CD652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B4328-D0E4-91CE-64C5-D213D93F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5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AB60C8-0485-5B6A-C0D5-A1A77173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1B8D5-E18F-1067-F3AA-D8112BEB0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17418-C267-BF21-841A-E5619B02C2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C5F84-45B0-45F7-B983-6BE3504252F7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F3D9A-EE7F-38B2-081A-B92644760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98501-F68B-4760-32E8-FBC4AAC2B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AEF56-E102-4F74-A430-E4E3FFF3C4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2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gold logo&#10;&#10;Description automatically generated">
            <a:extLst>
              <a:ext uri="{FF2B5EF4-FFF2-40B4-BE49-F238E27FC236}">
                <a16:creationId xmlns:a16="http://schemas.microsoft.com/office/drawing/2014/main" id="{C483CA2F-9D27-6F1C-C832-AD33C62784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749"/>
          <a:stretch/>
        </p:blipFill>
        <p:spPr>
          <a:xfrm>
            <a:off x="1" y="-136515"/>
            <a:ext cx="121919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2055EA1-B0A3-1D3F-95FF-2FBF341F75D6}"/>
              </a:ext>
            </a:extLst>
          </p:cNvPr>
          <p:cNvSpPr txBox="1">
            <a:spLocks noChangeArrowheads="1"/>
          </p:cNvSpPr>
          <p:nvPr/>
        </p:nvSpPr>
        <p:spPr>
          <a:xfrm>
            <a:off x="1033549" y="796402"/>
            <a:ext cx="100584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4800" dirty="0">
                <a:solidFill>
                  <a:srgbClr val="FFFFFF"/>
                </a:solidFill>
              </a:rPr>
            </a:b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ECE595: Power Converters for AC Systems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4800" b="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800" dirty="0">
                <a:solidFill>
                  <a:srgbClr val="FFFFFF"/>
                </a:solidFill>
              </a:rPr>
              <a:t> 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b="0" i="1" dirty="0">
                <a:solidFill>
                  <a:srgbClr val="FFFFFF"/>
                </a:solidFill>
              </a:rPr>
              <a:t>Lecture 20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800" b="0" i="1" dirty="0">
                <a:solidFill>
                  <a:srgbClr val="FFFFFF"/>
                </a:solidFill>
              </a:rPr>
              <a:t>(… Other multilevel Configurations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800" b="0" i="1" dirty="0">
                <a:solidFill>
                  <a:srgbClr val="FFFFFF"/>
                </a:solidFill>
              </a:rPr>
              <a:t>and Optimized PWM)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4800" b="0" dirty="0">
              <a:solidFill>
                <a:srgbClr val="FFFFFF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9D25328-7B8C-776B-1FCA-58C1595A3BA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endParaRPr lang="en-US" sz="2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Euzeli Dos Santos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CC90D-883A-6868-DC2A-A621BC30C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777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40E08-094A-9DAB-4626-B2A0439DF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07832-28BE-7FD4-71D6-3830E910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9AA93-3810-17DA-927A-9AC23B5788F1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A95629-F633-1977-12B0-6A7FC5908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974" y="228600"/>
            <a:ext cx="7396297" cy="598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84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6C1CC-4C35-D70B-F821-C064B83CB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E4E10-95D0-BA1C-203B-341941F1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6EA839-40FA-53D3-2D52-FCAAD96F6D37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26B284-BD68-D3A0-4600-64E25B3DF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626" y="308919"/>
            <a:ext cx="6646941" cy="593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4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6C1CC-4C35-D70B-F821-C064B83CB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E4E10-95D0-BA1C-203B-341941F1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AE909-10FD-7157-F836-6C12B924E93E}"/>
              </a:ext>
            </a:extLst>
          </p:cNvPr>
          <p:cNvSpPr txBox="1"/>
          <p:nvPr/>
        </p:nvSpPr>
        <p:spPr>
          <a:xfrm>
            <a:off x="258618" y="263297"/>
            <a:ext cx="33343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Multilevel Converters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87EE19-0D9C-7F88-9CEA-2EEBF8BF3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14" y="1048182"/>
            <a:ext cx="6859877" cy="273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94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ABD00-6352-4294-F988-5DE8327E5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B3B-0284-A3A7-25A5-6ECD328A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5FF0F-53FC-52E2-5438-98095A98B862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E02BA1-4067-FB68-8ACB-0CB4BC4CA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82" y="1451633"/>
            <a:ext cx="5429250" cy="43338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EAA6C8-A293-C032-3F69-8089515F85E4}"/>
              </a:ext>
            </a:extLst>
          </p:cNvPr>
          <p:cNvSpPr txBox="1"/>
          <p:nvPr/>
        </p:nvSpPr>
        <p:spPr>
          <a:xfrm>
            <a:off x="258618" y="263297"/>
            <a:ext cx="33343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Multilevel Converters</a:t>
            </a:r>
          </a:p>
        </p:txBody>
      </p:sp>
    </p:spTree>
    <p:extLst>
      <p:ext uri="{BB962C8B-B14F-4D97-AF65-F5344CB8AC3E}">
        <p14:creationId xmlns:p14="http://schemas.microsoft.com/office/powerpoint/2010/main" val="3652575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ABD00-6352-4294-F988-5DE8327E5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B3B-0284-A3A7-25A5-6ECD328A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5FF0F-53FC-52E2-5438-98095A98B862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AA6C8-A293-C032-3F69-8089515F85E4}"/>
              </a:ext>
            </a:extLst>
          </p:cNvPr>
          <p:cNvSpPr txBox="1"/>
          <p:nvPr/>
        </p:nvSpPr>
        <p:spPr>
          <a:xfrm>
            <a:off x="258618" y="263297"/>
            <a:ext cx="33343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Multilevel Converters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88374-D435-638C-8D4D-CF3F6239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1" y="1366450"/>
            <a:ext cx="3733519" cy="4125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08482E-B010-572F-769D-BE661EFAE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174" y="462372"/>
            <a:ext cx="5784695" cy="606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2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ABD00-6352-4294-F988-5DE8327E5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7B3577-32C2-0E6A-BA9A-C0ACE4656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524" y="263297"/>
            <a:ext cx="6753225" cy="583882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B3B-0284-A3A7-25A5-6ECD328A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AA6C8-A293-C032-3F69-8089515F85E4}"/>
              </a:ext>
            </a:extLst>
          </p:cNvPr>
          <p:cNvSpPr txBox="1"/>
          <p:nvPr/>
        </p:nvSpPr>
        <p:spPr>
          <a:xfrm>
            <a:off x="258618" y="263297"/>
            <a:ext cx="33343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Multilevel Converters</a:t>
            </a:r>
          </a:p>
        </p:txBody>
      </p:sp>
    </p:spTree>
    <p:extLst>
      <p:ext uri="{BB962C8B-B14F-4D97-AF65-F5344CB8AC3E}">
        <p14:creationId xmlns:p14="http://schemas.microsoft.com/office/powerpoint/2010/main" val="4018529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ABD00-6352-4294-F988-5DE8327E5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B3B-0284-A3A7-25A5-6ECD328A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AA6C8-A293-C032-3F69-8089515F85E4}"/>
              </a:ext>
            </a:extLst>
          </p:cNvPr>
          <p:cNvSpPr txBox="1"/>
          <p:nvPr/>
        </p:nvSpPr>
        <p:spPr>
          <a:xfrm>
            <a:off x="258618" y="263297"/>
            <a:ext cx="33343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Multilevel Converters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3BBDE7-5E19-01D1-6959-980BA5BE9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809" y="1018353"/>
            <a:ext cx="4742059" cy="56250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B5F9F0-EFC3-5336-8B63-38B2772B8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03" y="1096412"/>
            <a:ext cx="5765297" cy="233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399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DDE92-1CA2-F0E3-725D-A6E9454B4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72F3F-6EC8-2B04-DAB6-833715A73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EAE0E5-F690-5E34-328F-97E0D746A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38" y="0"/>
            <a:ext cx="10641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48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3CE3-471D-5A8C-9300-306F850A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652C-DB4D-5DA7-B1CE-B3F22876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49D403-8398-C21D-2545-E78A75B8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95" y="0"/>
            <a:ext cx="8918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46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3554-8E27-6B5A-019F-908D273D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48F5A-6135-9C1E-B652-745E98BC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95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F630D-1246-47AC-3957-EE42D575B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9F9C0-FCCE-3CB9-44D5-BF5145858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90DE50-0EDA-1102-C1BE-577192016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75" y="0"/>
            <a:ext cx="90868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42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DEB07-4665-B945-0774-7C9ADC4B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A1A66-46D7-B29A-33EA-42B9371C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13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02C5E9-33EB-E455-AFD6-24563B840348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18B14B-A4AD-E2AB-D854-7DDBE7B88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98" y="370399"/>
            <a:ext cx="7097951" cy="33701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845A460-8333-7154-CA17-5ECC3C6D4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51" y="462700"/>
            <a:ext cx="3401125" cy="231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14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55785-662D-891B-5D59-5D28F4398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0D16C-35F0-05FF-5384-F51C4EE46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41A61-508A-A2E8-DF64-B9A65D4C1CF4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2BD84E-2120-07F9-0D23-DCC12714A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162" y="1810934"/>
            <a:ext cx="6177348" cy="29293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6001D2-DA34-E063-CBF2-5CA8C5D0B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78" y="2028837"/>
            <a:ext cx="3002547" cy="198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7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007D8-BDA2-2631-F081-75DD29C6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3F1D0-17E9-37DE-4C96-3F1269A3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15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74D992-1F92-231F-A8E3-C8D5D369A061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97F248-4B5D-0332-7E37-190F80BA2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30" y="216244"/>
            <a:ext cx="3254581" cy="38725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EDC125-BA8E-02D5-F632-6E73EAD74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741" y="478213"/>
            <a:ext cx="3521459" cy="361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73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24188-7D1E-DAA1-ED23-67FE30741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677C8-A428-D176-ED7F-E642C9686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6CBE2-8CCB-182C-B8DE-0CD99F1E8DE7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142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E973F-3292-640C-6C45-345253D1D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15E75-5AF7-223F-0469-E2E6F3D1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17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ACF9E7-162C-1179-3122-0C6591021E58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E39BEB-C115-EA6A-5FC2-C18C0CAE8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14" y="0"/>
            <a:ext cx="9470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11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CA7ED-52DF-BBE4-1FF2-46170CE6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65B11-D280-5007-704A-BE94AD20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18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BA568-A7FA-AB86-FB4E-ACF726930573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CAFE2-DD2F-F1DF-DBD5-2A1059715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915" y="0"/>
            <a:ext cx="82881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24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7E3DC-B989-4FBB-3CC4-E5E538227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78220-E76C-869C-9653-28ECB238A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19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75ACB-598D-4D2D-773F-8D623AD77749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3EC76-CA6D-C2FE-BB20-988FFCABA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694" y="0"/>
            <a:ext cx="89866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84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D64F-CB6E-46CD-11F2-DB9A271AD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2B882-A9E5-781A-C009-E613541C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20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D9BCE-7EFA-0093-DB24-CDC3A9E17564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8A529-FDCE-94B1-6321-E32E2C89C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238" y="0"/>
            <a:ext cx="851552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D8ADA8-729C-E541-3C99-C13029D78763}"/>
              </a:ext>
            </a:extLst>
          </p:cNvPr>
          <p:cNvSpPr txBox="1"/>
          <p:nvPr/>
        </p:nvSpPr>
        <p:spPr>
          <a:xfrm>
            <a:off x="6291617" y="1825019"/>
            <a:ext cx="1501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2865C-01C4-BD68-901D-8884672331D7}"/>
              </a:ext>
            </a:extLst>
          </p:cNvPr>
          <p:cNvSpPr txBox="1"/>
          <p:nvPr/>
        </p:nvSpPr>
        <p:spPr>
          <a:xfrm>
            <a:off x="3605283" y="2107073"/>
            <a:ext cx="1501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CD969-9C3A-4FE3-6D0C-6836F63F95A9}"/>
              </a:ext>
            </a:extLst>
          </p:cNvPr>
          <p:cNvSpPr txBox="1"/>
          <p:nvPr/>
        </p:nvSpPr>
        <p:spPr>
          <a:xfrm>
            <a:off x="8827825" y="2107073"/>
            <a:ext cx="1501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25865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C2665-EA32-8E52-E8BC-FB4F0662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FEB6F-8F4C-959C-D76C-9904FC48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21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ADA2A7-2C0C-43DB-7D85-F467E857A09F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62B1C9-6348-ED85-16D0-508A45B1F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13" y="0"/>
            <a:ext cx="823917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50C23A-E72F-2329-3D82-4C367F9D84C6}"/>
              </a:ext>
            </a:extLst>
          </p:cNvPr>
          <p:cNvSpPr txBox="1"/>
          <p:nvPr/>
        </p:nvSpPr>
        <p:spPr>
          <a:xfrm>
            <a:off x="6038850" y="5517198"/>
            <a:ext cx="79375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3824249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F7965-E141-5BF2-3C71-284D38A6D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1DBE3-43C1-604C-EDBB-C048BF41D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44A049-59E8-656B-8D44-3926E881DF30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7B2E44-B389-3705-40CA-8004495BD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832" y="0"/>
            <a:ext cx="823233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B417E2-4D81-529B-9416-B5B3667CF6E9}"/>
              </a:ext>
            </a:extLst>
          </p:cNvPr>
          <p:cNvSpPr txBox="1"/>
          <p:nvPr/>
        </p:nvSpPr>
        <p:spPr>
          <a:xfrm>
            <a:off x="5905500" y="5675948"/>
            <a:ext cx="8636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-MAX{</a:t>
            </a:r>
          </a:p>
        </p:txBody>
      </p:sp>
    </p:spTree>
    <p:extLst>
      <p:ext uri="{BB962C8B-B14F-4D97-AF65-F5344CB8AC3E}">
        <p14:creationId xmlns:p14="http://schemas.microsoft.com/office/powerpoint/2010/main" val="1109792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05A28-EC9F-A2F1-8C64-B7D28F81E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6425F-26C6-8E80-4725-DBA902EB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23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1D0CFE-6B12-9D8C-2ACB-40043353ED3F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5CCFA8-4528-C571-687D-2DFC4B5CA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42" y="0"/>
            <a:ext cx="898071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4BC711-8367-1B78-B0F2-869EEDA3C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755" y="1929983"/>
            <a:ext cx="2753674" cy="571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7887AC-90E0-F139-EA29-16F9E1846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708" y="2514600"/>
            <a:ext cx="2657721" cy="5459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163659-F8E2-DAE2-F726-C7ECD56A3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495" y="2278206"/>
            <a:ext cx="2266745" cy="5719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77F55F-5B03-DFF0-C9DB-E72096A46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6302" y="4474022"/>
            <a:ext cx="1506253" cy="3800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1C869D-777C-D38C-FD9B-FAC3773CE2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8853" y="2342123"/>
            <a:ext cx="2056021" cy="5583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D302979-92CD-EC98-C300-FC7614555FCD}"/>
              </a:ext>
            </a:extLst>
          </p:cNvPr>
          <p:cNvSpPr/>
          <p:nvPr/>
        </p:nvSpPr>
        <p:spPr>
          <a:xfrm>
            <a:off x="5676900" y="3429000"/>
            <a:ext cx="3829050" cy="641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F448C0-37B6-14D3-5E91-1B5B29320B6E}"/>
              </a:ext>
            </a:extLst>
          </p:cNvPr>
          <p:cNvSpPr/>
          <p:nvPr/>
        </p:nvSpPr>
        <p:spPr>
          <a:xfrm>
            <a:off x="5619747" y="5493386"/>
            <a:ext cx="3829050" cy="298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11653E-16A3-4A78-5BE1-1F841F737A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99" y="3458628"/>
            <a:ext cx="1367897" cy="3714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53F158-6C55-329C-85F2-9165585CF8F0}"/>
                  </a:ext>
                </a:extLst>
              </p:cNvPr>
              <p:cNvSpPr txBox="1"/>
              <p:nvPr/>
            </p:nvSpPr>
            <p:spPr>
              <a:xfrm>
                <a:off x="9725461" y="5888257"/>
                <a:ext cx="513478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53F158-6C55-329C-85F2-9165585CF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5461" y="5888257"/>
                <a:ext cx="513478" cy="338554"/>
              </a:xfrm>
              <a:prstGeom prst="rect">
                <a:avLst/>
              </a:prstGeom>
              <a:blipFill>
                <a:blip r:embed="rId7"/>
                <a:stretch>
                  <a:fillRect r="-11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F5D7C0-DB07-4996-F524-07DEEFEF3B6A}"/>
                  </a:ext>
                </a:extLst>
              </p:cNvPr>
              <p:cNvSpPr txBox="1"/>
              <p:nvPr/>
            </p:nvSpPr>
            <p:spPr>
              <a:xfrm>
                <a:off x="8747835" y="5881271"/>
                <a:ext cx="513478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F5D7C0-DB07-4996-F524-07DEEFEF3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835" y="5881271"/>
                <a:ext cx="513478" cy="338554"/>
              </a:xfrm>
              <a:prstGeom prst="rect">
                <a:avLst/>
              </a:prstGeom>
              <a:blipFill>
                <a:blip r:embed="rId8"/>
                <a:stretch>
                  <a:fillRect r="-35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B45F02A6-4757-0FE9-997B-4CDC7A7D72BA}"/>
              </a:ext>
            </a:extLst>
          </p:cNvPr>
          <p:cNvSpPr txBox="1"/>
          <p:nvPr/>
        </p:nvSpPr>
        <p:spPr>
          <a:xfrm>
            <a:off x="7736874" y="429516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Concept of Distribution Ratio and Its Use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6372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303F-7193-F304-8838-B2FD121D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D9C33-79F0-A520-9E08-9C6CEC7C7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24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AFCD4-73CE-FB13-CFC0-B56342974C8A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9256A9-3BBD-AD9C-7765-CF2771196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644" y="0"/>
            <a:ext cx="917871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A25C69-6EBE-EDC6-ECA6-C66B69521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627" y="2255783"/>
            <a:ext cx="4799934" cy="53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93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D864B-1A41-24DC-1157-DC342AA07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D9947-A444-A426-4A93-56F9AF3A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25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3C6D16-90A3-B568-4E21-02A0D1E32AEF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119A3-EE79-B2BD-698E-3272C3171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249" y="0"/>
            <a:ext cx="85655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22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0FB7-83A3-0B5A-5C13-44FE82FC7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5FA7E-FCE9-16E7-98C4-50D5692B2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26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11059-FD92-495B-FF32-274EA0FE3A04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5CC8F3-AA15-B408-10AC-10DA115D6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259" y="0"/>
            <a:ext cx="89054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01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85B53-893B-40B2-A611-F5F2B7A8F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D6793-6FE6-FA7C-E6DF-37AD03C5E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27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8CF83-D32A-35FF-BC9B-E1AC2CE36D50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0E3B3C-8BE8-B89E-D802-802F8DF95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468" y="0"/>
            <a:ext cx="9115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210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48DCF-0795-EED6-D318-DE3765AD0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A74E-86B9-6D2C-400E-5ED6EC2C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28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08A053-5E17-1D47-80C5-546446917A95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DE530A-287B-690B-2970-16994844B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19" y="0"/>
            <a:ext cx="8043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7678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998E2-A157-5E96-9F89-78263F15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B6F9-FEC2-DE6C-41A1-DC9B9637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29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6DE29-3F50-0464-243F-E6D7711662B7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A9298-59A6-DA78-2769-62C8A0BBB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920" y="0"/>
            <a:ext cx="8710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27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9CC23-8CC5-8612-A8FE-3E93A7736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EB649-D48A-D755-11D3-270F16D43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30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40AD3C-302B-55E3-D378-ACE1CCE48BE5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3BAA3A-7562-D5EE-E92F-BF3F50A53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828" y="0"/>
            <a:ext cx="8700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520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B2D94-0F0B-E4BA-9F16-AFD22FC53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9B565-A9B6-EF79-4F6E-C51CE992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31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677998-19E6-29E7-F21F-F6F467CDBCE1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6AD73E3-6792-0C1F-4FA9-5B574A189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887" y="837922"/>
            <a:ext cx="5330713" cy="70315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4A1EE54-DF23-550A-9493-25B99ECEA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24" y="2014340"/>
            <a:ext cx="10764752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74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981C-84AE-8479-6DFA-67D55E50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B81BE-5E8B-643D-D975-169D72C62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32</a:t>
            </a:fld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BD4B24F-6CB3-FA8A-7AA0-4A10EE005089}"/>
              </a:ext>
            </a:extLst>
          </p:cNvPr>
          <p:cNvSpPr txBox="1"/>
          <p:nvPr/>
        </p:nvSpPr>
        <p:spPr>
          <a:xfrm>
            <a:off x="415495" y="340496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Concept of Distribution Ratio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5E81371-FB53-516D-3CD8-A11B47BCC676}"/>
              </a:ext>
            </a:extLst>
          </p:cNvPr>
          <p:cNvSpPr txBox="1"/>
          <p:nvPr/>
        </p:nvSpPr>
        <p:spPr>
          <a:xfrm>
            <a:off x="464922" y="757675"/>
            <a:ext cx="10242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a zero-sequence component is added to each sinusoidal reference, new references are generated. Note that the time of active vectors remain unchanged</a:t>
            </a:r>
            <a:endParaRPr lang="pt-BR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2889FD7-5D04-5744-F9EB-0E25C08EA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216" y="317292"/>
            <a:ext cx="1395677" cy="44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351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12E29-0A2D-0D20-4718-4A4A3AE5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45868-D7C7-1681-BE54-E37AD2C9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33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8C39C-BB73-FDC6-0CDC-F395012C280A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F98EB7-B58A-D1C7-7890-5D74246E4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860" y="0"/>
            <a:ext cx="87122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20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F540-5C0F-F243-BB11-E48DB12E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BB155-8C84-4410-B7C2-4A5CD401F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34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A8F7BB-95FF-8634-F3EB-10CED948C586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CB73E1-A1B0-A3EA-8D12-527B208D6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504" y="0"/>
            <a:ext cx="8854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006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F56B-E19A-16F5-9C86-D258A9A5F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EBDC3-6A9D-487B-7AD7-4F6FFF75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35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0B79FA-AFDC-3E7B-F6DD-4815FB11F7BA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8720032-08B8-4AB8-7362-2982EB8D7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5" y="1061707"/>
            <a:ext cx="11422069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272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432DA-36F6-A2D8-A4B1-0377B4C7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C6C62-E619-E383-E95C-AD724CBAE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36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B78BB-D759-87F3-2132-F96F9C3F2D04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69A998-4C7E-B963-9056-8D96A4A6D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512" y="0"/>
            <a:ext cx="9076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57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0117-AB2A-4956-6742-86E96F201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509D7-1E09-E3EE-40D5-B673F6DD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37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4D803D-4939-E0FE-CF75-8709D1DE6107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0A7D18-2725-04A1-C745-CDCCF67B3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912" y="0"/>
            <a:ext cx="8490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491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AB0B9-2D4D-5267-FF01-817BD054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A66C6-4AC2-D1D1-6147-29D6A498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38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4967C-23C9-028B-8900-D4F848862663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79A753-68D0-D652-C827-437C9AFB0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388" y="0"/>
            <a:ext cx="8181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7430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9F4AC-7266-4DD6-1818-F31F0288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2C90C-CBDF-769F-BEF4-B7E6996C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39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9D79C-0D00-2913-52F8-4B333EE3FAD3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D32412-32C2-4D14-1740-6C66B5DDA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063" y="0"/>
            <a:ext cx="90958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247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5FD89-4A85-541B-FA05-E3404C4DA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4D616-0765-201C-DBA0-10C908B3B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40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A5ADD-EDA0-847A-15A0-650CAE6404D6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4FC3B3-632A-E2B1-D77A-AE3BB6E4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009" y="0"/>
            <a:ext cx="8867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303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43588-8E71-8288-11DD-223AE6D03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42A6A-7D4B-3C88-C806-61EA3471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41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0E00CF-6961-2B37-A816-CBC6D3F792CC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BEB76D-33AE-E77E-39E3-B60549562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617" y="0"/>
            <a:ext cx="91367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123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EB6AD-F359-34D7-6C13-F06BC9B4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E4A69-76AE-68FD-A53A-9CCEBCAB9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42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79FDD6-D701-40E6-EE21-8D27CEDA199B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64EF76-F89B-3DC3-A5A7-2FE211D19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231" y="0"/>
            <a:ext cx="85175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817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3607F-FB88-6942-1363-BC0DD4D7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815B8-2FDB-F247-55C3-01B07253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43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0D24EC-4EFA-E85D-4DEF-A853F6A55FEB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D2375E-3860-4FBA-D855-8F0A16F23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896" y="0"/>
            <a:ext cx="8592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015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7B883-FDAF-6BF7-05FC-4EA5934E3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9FD86-7C9A-8CEC-CEC1-71AEC3E1D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44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AEA19-7DE5-B005-CB9B-B70C75AC49DE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40677B-7E3D-A1A4-1836-5378873E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159" y="0"/>
            <a:ext cx="8957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776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D68E-913E-48B7-3312-70975335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6567-D8DC-DC37-D3DE-4B45F5DC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45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A23EAA-8794-BC74-2BC9-4549D2BF741D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179411-0C7B-5ACF-C76B-97A726EEE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004" y="0"/>
            <a:ext cx="89659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034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7E2BB-FDCD-A441-EF40-34C9FC3FF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AB392-CFB7-7CA9-7B07-6997272D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46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22012F-F58C-F7EF-6986-078529DD0109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A72B5D-2595-AF3A-9DA5-0D81ED118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286" y="0"/>
            <a:ext cx="88174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46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AC2B-57EA-7556-1BB0-4FF89D173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C33E1-E4D8-1F76-B58C-533C3A770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47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88843-6A02-6B54-3C58-DB25B768A2AD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E54D00-B2BC-66C7-324C-EADA9CB52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641" y="0"/>
            <a:ext cx="9334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046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BA134-11CB-8FD8-F154-60DF3896C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26356-6A28-1E6E-C378-4C474B992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48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5137B8-4844-107C-DC63-9C639417BD35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3302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751B-12B5-AF28-EBCF-16DA7AAE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1E336-3B1C-E6FA-F0A6-795F7A864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49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6353CC-C7BD-5393-48A3-02521021AB42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5445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F4170-4D52-B5C9-89E6-2BABA07DD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BDCC6-9F39-70D7-0F44-3A724D9D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50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7892E-F9FF-DCDD-86C1-93C86D9A783B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1932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BEB5D-3029-99F9-28ED-73FFBAE6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C2FF1-EE1C-12BC-7FED-5B4E5E503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51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6C29A1-D383-EFF2-574C-A9AD8845AF91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6449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07D05-DDE7-58FB-9D37-E86D46146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F970E-3B64-5DB9-164B-755C3270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52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C3044F-5CCD-1260-9496-CB1FD21FF97E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0329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877A3-7699-B10F-1E74-2A9C8C20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CF5A8-48D2-5B95-641F-9539C22C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EF56-E102-4F74-A430-E4E3FFF3C4A1}" type="slidenum">
              <a:rPr lang="en-US" smtClean="0"/>
              <a:t>53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7A305-61D9-E3E0-7F4C-D3AF33BE65AC}"/>
              </a:ext>
            </a:extLst>
          </p:cNvPr>
          <p:cNvSpPr txBox="1"/>
          <p:nvPr/>
        </p:nvSpPr>
        <p:spPr>
          <a:xfrm>
            <a:off x="3809999" y="4928017"/>
            <a:ext cx="181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Peak: 50 V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1 ms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923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7879</TotalTime>
  <Words>493</Words>
  <Application>Microsoft Office PowerPoint</Application>
  <PresentationFormat>Widescreen</PresentationFormat>
  <Paragraphs>163</Paragraphs>
  <Slides>53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Euzeli Cipriano Dos Santos Jr</dc:creator>
  <cp:lastModifiedBy>Euzeli Cipriano Dos Santos Neto</cp:lastModifiedBy>
  <cp:revision>402</cp:revision>
  <dcterms:created xsi:type="dcterms:W3CDTF">2024-08-16T12:27:20Z</dcterms:created>
  <dcterms:modified xsi:type="dcterms:W3CDTF">2026-03-26T13:54:56Z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2025-01-15T18:20:10Z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dd3ef27f-1572-4321-9767-318b67a0d79e</vt:lpwstr>
  </property>
  <property fmtid="{D5CDD505-2E9C-101B-9397-08002B2CF9AE}" pid="8" name="MSIP_Label_4044bd30-2ed7-4c9d-9d12-46200872a97b_ContentBits">
    <vt:lpwstr>0</vt:lpwstr>
  </property>
</Properties>
</file>